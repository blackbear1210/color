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FF070-CF92-F4DF-9CDB-F760D2C20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A1AE85-3F65-C9CE-211D-4700D5B04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4C894-DB6A-68FB-F2E2-D4F0504D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71A5A-F4E2-4EC9-5EAD-47B3C579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50D0B-2401-9668-AE1F-F27DA56A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C60F5-F425-DBC8-9457-351C379B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3DC0D5-F8AF-2E3D-8DDA-BBBBA99F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1FC8C-15A1-E51F-E5D4-F677F32A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DE656E-09EF-8642-5762-B870351F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356A0-DF2D-996B-DB7A-263D9F52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6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65520-C527-2B20-4B0B-8D758A78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132129-CD0F-0CB5-FCD3-77008BBA2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0C1EA6-F5C6-05D5-F642-5A9363C2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CD3AD-E766-1C7A-EB8B-CAC9FEC6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9660E3-EBFD-C900-C715-26638A695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18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FF1B5-ED98-9726-183B-98133CDB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D2FCF6-F12B-CB29-541C-E8809C55B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EB9DB3-3EB5-D035-8B06-9397A5399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AF54E2-223F-CCA9-A80D-08E092C3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703578-F7DC-55AF-EAF9-6DDB563B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14399E-89E5-AE70-ADF0-8E88EFA5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93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F03C5-6A44-0BA2-E470-652F3D4C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67BCF-FFA3-793E-4973-4B06B7E9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99C12B-AFD7-6C03-76DA-5F54F7B2C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F10B55-05C0-4E42-A415-F7AADCF81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551861-5AAB-9375-72C0-43B9B0742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B0DF71-9C01-CD1F-D9E0-1DE4D5D7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A5B12F-FDCB-52AD-69F1-162A5928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E94C68-A199-1FF8-ADB0-0175472E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B639B-FE78-2CD3-5A64-42AFC29A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8CAE8-A154-E186-13B9-E1C8127A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0A8BB3-26C6-939C-7786-68BF839E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7800F8-D342-A671-A6DE-24D920E1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90236E-4DD3-5886-183E-FB90946FD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B9AA76-37CD-47B7-C0E7-023682E2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EB5AD-17F7-1376-9120-75FE63A0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62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D48A6-F2AA-4AF1-3616-B0714A22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7AD17-CA0C-93A3-F1BC-6D24E97D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1A5D33-02D1-3EBB-B778-B10599895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69C4C0-672C-DBC1-BA6F-7753019B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310E6-5B37-D90E-2E12-145C7A06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5AFF6-1B5C-C6CC-A76B-420013F7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31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0AB95-C828-51B4-9642-A2FD298FE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9977B8-D78E-23A0-14EA-13B1C0CE5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29F2F9-7FFD-3E3F-4F3B-880440A8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A5CA9B-8BDA-0437-A009-ECC45798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F99C6-2F66-9853-27A9-B7BC98F7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956479-87BA-D81A-01E7-89BA7275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42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9B689-D3C0-E8A0-9ED8-EE0622FD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352492-4653-87E3-8914-AA8869663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9F2CAA-9609-5E19-E485-D4464ADB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3258DD-32BC-08C4-5046-E1369CCE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6E7FCA-78A9-D1A6-38F1-B05A973D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8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A9ED81-95BA-22E1-206D-6119C9633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5B7EAA-E5D4-C1AE-4C4A-52845AF2B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62D844-BD3C-1820-93AF-3D42A13E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3BCD4-EE82-8F7D-DC44-025A76D1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593B87-8D75-F15C-B37E-0725634D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4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AEC796-7D7E-2818-E251-2EB0175C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E644A1-4B43-CA91-310A-61189C572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C4A3-7F07-FEF3-DD4F-AFC089A8E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596E14-646D-49DE-9EF8-0D9584823D14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97996-77EB-71C2-068D-8B266BFDE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323A6-E14D-A610-0FC5-BA7A64FC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B354A-EBC0-4A6E-95A3-A733CFA60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66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D2AC6F9-91A8-1E87-436F-0A04781C9A03}"/>
              </a:ext>
            </a:extLst>
          </p:cNvPr>
          <p:cNvSpPr/>
          <p:nvPr/>
        </p:nvSpPr>
        <p:spPr>
          <a:xfrm>
            <a:off x="687898" y="805343"/>
            <a:ext cx="11065078" cy="5603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5DFB59D-F0B3-C07A-2493-6C2BC59482EF}"/>
              </a:ext>
            </a:extLst>
          </p:cNvPr>
          <p:cNvSpPr/>
          <p:nvPr/>
        </p:nvSpPr>
        <p:spPr>
          <a:xfrm>
            <a:off x="1090569" y="3078760"/>
            <a:ext cx="1249508" cy="8849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플레이어 시작위치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B5D5F7B-B8A0-3013-BA07-2A39BAC12A3E}"/>
              </a:ext>
            </a:extLst>
          </p:cNvPr>
          <p:cNvSpPr/>
          <p:nvPr/>
        </p:nvSpPr>
        <p:spPr>
          <a:xfrm>
            <a:off x="9999406" y="1288026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예상 도착 목적지 후보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CC091C4-112E-7F2D-9D3B-14791F18A8B3}"/>
              </a:ext>
            </a:extLst>
          </p:cNvPr>
          <p:cNvSpPr/>
          <p:nvPr/>
        </p:nvSpPr>
        <p:spPr>
          <a:xfrm>
            <a:off x="5542011" y="103730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예상 도착 목적지 후보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76B81EB-A3A1-0592-739D-ACEF723AF863}"/>
              </a:ext>
            </a:extLst>
          </p:cNvPr>
          <p:cNvSpPr/>
          <p:nvPr/>
        </p:nvSpPr>
        <p:spPr>
          <a:xfrm>
            <a:off x="10196411" y="496037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예상 도착 목적지 후보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D7AC4-ACED-1CDE-CE5C-CFFC6EFF968F}"/>
              </a:ext>
            </a:extLst>
          </p:cNvPr>
          <p:cNvSpPr txBox="1"/>
          <p:nvPr/>
        </p:nvSpPr>
        <p:spPr>
          <a:xfrm>
            <a:off x="687898" y="245806"/>
            <a:ext cx="550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도착 목적지 후보 중에서 하나를 선택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608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AB74-C153-03FC-6602-03714AA8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7B80BDB-3C33-04C5-37A7-3CA68DE6F929}"/>
              </a:ext>
            </a:extLst>
          </p:cNvPr>
          <p:cNvSpPr/>
          <p:nvPr/>
        </p:nvSpPr>
        <p:spPr>
          <a:xfrm>
            <a:off x="687898" y="805343"/>
            <a:ext cx="11065078" cy="5603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8F2A111-BE97-486B-A27A-50CAB73BF9EC}"/>
              </a:ext>
            </a:extLst>
          </p:cNvPr>
          <p:cNvSpPr/>
          <p:nvPr/>
        </p:nvSpPr>
        <p:spPr>
          <a:xfrm>
            <a:off x="952917" y="1151638"/>
            <a:ext cx="1249508" cy="8849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플레이어 시작위치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261E0E7-B2DC-0A44-671E-8551116E38FD}"/>
              </a:ext>
            </a:extLst>
          </p:cNvPr>
          <p:cNvSpPr/>
          <p:nvPr/>
        </p:nvSpPr>
        <p:spPr>
          <a:xfrm>
            <a:off x="5925469" y="516775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82CE0C8-6AB9-547B-53E5-569BA6E2AEDC}"/>
              </a:ext>
            </a:extLst>
          </p:cNvPr>
          <p:cNvSpPr/>
          <p:nvPr/>
        </p:nvSpPr>
        <p:spPr>
          <a:xfrm>
            <a:off x="10196411" y="3078760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D4F5C0-9B85-603C-8C40-B1767FCF55FA}"/>
              </a:ext>
            </a:extLst>
          </p:cNvPr>
          <p:cNvSpPr/>
          <p:nvPr/>
        </p:nvSpPr>
        <p:spPr>
          <a:xfrm>
            <a:off x="10196411" y="496037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335C6-4E24-DE5E-1D23-C7D71D72DFB4}"/>
              </a:ext>
            </a:extLst>
          </p:cNvPr>
          <p:cNvSpPr txBox="1"/>
          <p:nvPr/>
        </p:nvSpPr>
        <p:spPr>
          <a:xfrm>
            <a:off x="687898" y="245806"/>
            <a:ext cx="550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도착 목적지 후보 중에서 하나를 선택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70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AB74-C153-03FC-6602-03714AA8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7B80BDB-3C33-04C5-37A7-3CA68DE6F929}"/>
              </a:ext>
            </a:extLst>
          </p:cNvPr>
          <p:cNvSpPr/>
          <p:nvPr/>
        </p:nvSpPr>
        <p:spPr>
          <a:xfrm>
            <a:off x="687898" y="805343"/>
            <a:ext cx="11065078" cy="5603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8F2A111-BE97-486B-A27A-50CAB73BF9EC}"/>
              </a:ext>
            </a:extLst>
          </p:cNvPr>
          <p:cNvSpPr/>
          <p:nvPr/>
        </p:nvSpPr>
        <p:spPr>
          <a:xfrm>
            <a:off x="5595683" y="5402825"/>
            <a:ext cx="1249508" cy="8849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플레이어 시작위치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261E0E7-B2DC-0A44-671E-8551116E38FD}"/>
              </a:ext>
            </a:extLst>
          </p:cNvPr>
          <p:cNvSpPr/>
          <p:nvPr/>
        </p:nvSpPr>
        <p:spPr>
          <a:xfrm>
            <a:off x="1146991" y="1018541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82CE0C8-6AB9-547B-53E5-569BA6E2AEDC}"/>
              </a:ext>
            </a:extLst>
          </p:cNvPr>
          <p:cNvSpPr/>
          <p:nvPr/>
        </p:nvSpPr>
        <p:spPr>
          <a:xfrm>
            <a:off x="10196411" y="1018540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1BB73-322D-4BD2-EFAD-ACF31FD47958}"/>
              </a:ext>
            </a:extLst>
          </p:cNvPr>
          <p:cNvSpPr txBox="1"/>
          <p:nvPr/>
        </p:nvSpPr>
        <p:spPr>
          <a:xfrm>
            <a:off x="687898" y="245806"/>
            <a:ext cx="550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도착 목적지 후보 중에서 하나를 선택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09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C767-6744-8B9A-9589-69E6C5EA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9AC73FB-2042-3678-FE77-F4E885A25659}"/>
              </a:ext>
            </a:extLst>
          </p:cNvPr>
          <p:cNvSpPr/>
          <p:nvPr/>
        </p:nvSpPr>
        <p:spPr>
          <a:xfrm>
            <a:off x="687898" y="805343"/>
            <a:ext cx="11065078" cy="5603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97883BE-83D1-65F9-0524-E055752CC3FD}"/>
              </a:ext>
            </a:extLst>
          </p:cNvPr>
          <p:cNvSpPr/>
          <p:nvPr/>
        </p:nvSpPr>
        <p:spPr>
          <a:xfrm>
            <a:off x="952917" y="1151638"/>
            <a:ext cx="1249508" cy="88490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플레이어 시작위치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2BA21AB-D2FF-FA3D-2D7B-123B12496307}"/>
              </a:ext>
            </a:extLst>
          </p:cNvPr>
          <p:cNvSpPr/>
          <p:nvPr/>
        </p:nvSpPr>
        <p:spPr>
          <a:xfrm>
            <a:off x="5925469" y="516775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751CD72-C375-9D76-E962-7020384ADF03}"/>
              </a:ext>
            </a:extLst>
          </p:cNvPr>
          <p:cNvSpPr/>
          <p:nvPr/>
        </p:nvSpPr>
        <p:spPr>
          <a:xfrm>
            <a:off x="10196411" y="3078760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ABA2041-9B06-8D20-06BF-0EE88DD362FE}"/>
              </a:ext>
            </a:extLst>
          </p:cNvPr>
          <p:cNvSpPr/>
          <p:nvPr/>
        </p:nvSpPr>
        <p:spPr>
          <a:xfrm>
            <a:off x="10196411" y="4960374"/>
            <a:ext cx="1356852" cy="88490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예상 도착 목적지 후보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09D84-A532-AC4E-9E5E-566DC3D2EE8C}"/>
              </a:ext>
            </a:extLst>
          </p:cNvPr>
          <p:cNvSpPr txBox="1"/>
          <p:nvPr/>
        </p:nvSpPr>
        <p:spPr>
          <a:xfrm>
            <a:off x="687898" y="245806"/>
            <a:ext cx="550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예상 도착 목적지 후보 중에서 하나를 선택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107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B954-E87B-0504-B870-F80F39E5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01F3A069-6BD6-4EB7-F4F1-540CB475477E}"/>
              </a:ext>
            </a:extLst>
          </p:cNvPr>
          <p:cNvSpPr/>
          <p:nvPr/>
        </p:nvSpPr>
        <p:spPr>
          <a:xfrm>
            <a:off x="461757" y="1209370"/>
            <a:ext cx="3136849" cy="1091378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7520F-ADF0-3321-6A7F-F56248C6ED42}"/>
              </a:ext>
            </a:extLst>
          </p:cNvPr>
          <p:cNvSpPr txBox="1"/>
          <p:nvPr/>
        </p:nvSpPr>
        <p:spPr>
          <a:xfrm>
            <a:off x="285135" y="269765"/>
            <a:ext cx="539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맵의</a:t>
            </a:r>
            <a:r>
              <a:rPr lang="ko-KR" altLang="en-US" dirty="0"/>
              <a:t> 전체적인 모양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CF6F69-DD44-D56E-FA27-5D4E0E06D911}"/>
              </a:ext>
            </a:extLst>
          </p:cNvPr>
          <p:cNvSpPr/>
          <p:nvPr/>
        </p:nvSpPr>
        <p:spPr>
          <a:xfrm>
            <a:off x="3736258" y="3755927"/>
            <a:ext cx="4493342" cy="177963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1087E7-A7E7-AA90-7A75-8D9788065932}"/>
              </a:ext>
            </a:extLst>
          </p:cNvPr>
          <p:cNvSpPr/>
          <p:nvPr/>
        </p:nvSpPr>
        <p:spPr>
          <a:xfrm>
            <a:off x="855406" y="2843981"/>
            <a:ext cx="1966452" cy="29152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다리꼴 11">
            <a:extLst>
              <a:ext uri="{FF2B5EF4-FFF2-40B4-BE49-F238E27FC236}">
                <a16:creationId xmlns:a16="http://schemas.microsoft.com/office/drawing/2014/main" id="{6EA2555A-29AC-A7FA-5393-1C9E00828FB4}"/>
              </a:ext>
            </a:extLst>
          </p:cNvPr>
          <p:cNvSpPr/>
          <p:nvPr/>
        </p:nvSpPr>
        <p:spPr>
          <a:xfrm>
            <a:off x="5506065" y="816078"/>
            <a:ext cx="4581832" cy="2418735"/>
          </a:xfrm>
          <a:prstGeom prst="trapezoid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9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</Words>
  <Application>Microsoft Office PowerPoint</Application>
  <PresentationFormat>와이드스크린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김동현</dc:creator>
  <cp:lastModifiedBy>김동현</cp:lastModifiedBy>
  <cp:revision>1</cp:revision>
  <dcterms:created xsi:type="dcterms:W3CDTF">2026-09-12T13:24:08Z</dcterms:created>
  <dcterms:modified xsi:type="dcterms:W3CDTF">2026-09-12T13:30:23Z</dcterms:modified>
</cp:coreProperties>
</file>